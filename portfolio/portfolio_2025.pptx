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46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606" y="0"/>
            <a:ext cx="9144000" cy="5143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0" y="731520"/>
            <a:ext cx="2743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D4ED8"/>
                </a:solidFill>
                <a:latin typeface="Malgun Gothic"/>
              </a:defRPr>
            </a:pPr>
            <a:r>
              <a:t>2025 Digital Solutions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rPr sz="3200" dirty="0"/>
              <a:t>AI </a:t>
            </a:r>
            <a:r>
              <a:rPr sz="3200" dirty="0" err="1"/>
              <a:t>기반</a:t>
            </a:r>
            <a:r>
              <a:rPr sz="3200" dirty="0"/>
              <a:t> </a:t>
            </a:r>
            <a:r>
              <a:rPr sz="3200" dirty="0" err="1"/>
              <a:t>문서</a:t>
            </a:r>
            <a:r>
              <a:rPr sz="3200" dirty="0"/>
              <a:t> </a:t>
            </a:r>
            <a:r>
              <a:rPr sz="3200" dirty="0" err="1"/>
              <a:t>변환</a:t>
            </a:r>
            <a:r>
              <a:rPr sz="3200" dirty="0"/>
              <a:t> &amp;</a:t>
            </a:r>
            <a:br>
              <a:rPr sz="3200" dirty="0"/>
            </a:br>
            <a:r>
              <a:rPr sz="3200" dirty="0" err="1"/>
              <a:t>통합</a:t>
            </a:r>
            <a:r>
              <a:rPr sz="3200" dirty="0"/>
              <a:t> </a:t>
            </a:r>
            <a:r>
              <a:rPr sz="3200" dirty="0" err="1"/>
              <a:t>유통관리</a:t>
            </a:r>
            <a:r>
              <a:rPr sz="3200" dirty="0"/>
              <a:t> </a:t>
            </a:r>
            <a:r>
              <a:rPr sz="3200" dirty="0" err="1"/>
              <a:t>솔루션</a:t>
            </a:r>
            <a:endParaRPr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rPr sz="1600" dirty="0"/>
              <a:t>PDF </a:t>
            </a:r>
            <a:r>
              <a:rPr sz="1600" dirty="0" err="1"/>
              <a:t>자동</a:t>
            </a:r>
            <a:r>
              <a:rPr sz="1600" dirty="0"/>
              <a:t> </a:t>
            </a:r>
            <a:r>
              <a:rPr sz="1600" dirty="0" err="1"/>
              <a:t>변환</a:t>
            </a:r>
            <a:r>
              <a:rPr sz="1600" dirty="0"/>
              <a:t> · </a:t>
            </a:r>
            <a:r>
              <a:rPr sz="1600" dirty="0" err="1"/>
              <a:t>다국어</a:t>
            </a:r>
            <a:r>
              <a:rPr sz="1600" dirty="0"/>
              <a:t> </a:t>
            </a:r>
            <a:r>
              <a:rPr sz="1600" dirty="0" err="1"/>
              <a:t>학습</a:t>
            </a:r>
            <a:r>
              <a:rPr sz="1600" dirty="0"/>
              <a:t> · B2B2C </a:t>
            </a:r>
            <a:r>
              <a:rPr sz="1600" dirty="0" err="1"/>
              <a:t>커머스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1140488" y="3667852"/>
            <a:ext cx="2298451" cy="548640"/>
          </a:xfrm>
          <a:prstGeom prst="roundRect">
            <a:avLst/>
          </a:prstGeom>
          <a:solidFill>
            <a:srgbClr val="6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algun Gothic"/>
              </a:defRPr>
            </a:pPr>
            <a:r>
              <a:rPr dirty="0"/>
              <a:t>📱 PDF </a:t>
            </a:r>
            <a:r>
              <a:rPr dirty="0" err="1"/>
              <a:t>모바일</a:t>
            </a:r>
            <a:r>
              <a:rPr lang="en-US" dirty="0"/>
              <a:t> </a:t>
            </a:r>
            <a:r>
              <a:rPr dirty="0" err="1"/>
              <a:t>최적화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3508381" y="3657600"/>
            <a:ext cx="2298451" cy="548640"/>
          </a:xfrm>
          <a:prstGeom prst="roundRect">
            <a:avLst/>
          </a:prstGeom>
          <a:solidFill>
            <a:srgbClr val="6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algun Gothic"/>
              </a:defRPr>
            </a:pPr>
            <a:r>
              <a:rPr dirty="0"/>
              <a:t>🌍 </a:t>
            </a:r>
            <a:r>
              <a:rPr dirty="0" err="1"/>
              <a:t>특수직군</a:t>
            </a:r>
            <a:r>
              <a:rPr lang="en-US" dirty="0"/>
              <a:t> </a:t>
            </a:r>
            <a:r>
              <a:rPr dirty="0" err="1"/>
              <a:t>외국어</a:t>
            </a:r>
            <a:r>
              <a:rPr dirty="0"/>
              <a:t> </a:t>
            </a:r>
            <a:r>
              <a:rPr dirty="0" err="1"/>
              <a:t>학습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5876274" y="3640645"/>
            <a:ext cx="2298451" cy="548640"/>
          </a:xfrm>
          <a:prstGeom prst="roundRect">
            <a:avLst/>
          </a:prstGeom>
          <a:solidFill>
            <a:srgbClr val="6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algun Gothic"/>
              </a:defRPr>
            </a:pPr>
            <a:r>
              <a:rPr dirty="0"/>
              <a:t>🛒 </a:t>
            </a:r>
            <a:r>
              <a:rPr dirty="0" err="1"/>
              <a:t>통합유통관리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algun Gothic"/>
              </a:defRPr>
            </a:pPr>
            <a:r>
              <a:t>jmyangkr@gmail.com | 010-8665-8150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  <a:latin typeface="Malgun Gothic"/>
              </a:defRPr>
            </a:pPr>
            <a:r>
              <a:t>📋 솔루션 포트폴리오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algun Gothic"/>
              </a:defRPr>
            </a:pPr>
            <a:r>
              <a:rPr b="1" dirty="0">
                <a:solidFill>
                  <a:srgbClr val="0070C0"/>
                </a:solidFill>
              </a:rPr>
              <a:t>3개 </a:t>
            </a:r>
            <a:r>
              <a:rPr b="1" dirty="0" err="1">
                <a:solidFill>
                  <a:srgbClr val="0070C0"/>
                </a:solidFill>
              </a:rPr>
              <a:t>핵심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솔루션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소개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13916" y="1280160"/>
            <a:ext cx="356716" cy="3886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9493" y="1280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PDF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모바일</a:t>
            </a:r>
            <a:r>
              <a:rPr dirty="0"/>
              <a:t> HTML </a:t>
            </a:r>
            <a:r>
              <a:rPr dirty="0" err="1"/>
              <a:t>변환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349493" y="164592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algun Gothic"/>
              </a:defRPr>
            </a:pPr>
            <a:r>
              <a:rPr dirty="0" err="1"/>
              <a:t>교회</a:t>
            </a:r>
            <a:r>
              <a:rPr dirty="0"/>
              <a:t> </a:t>
            </a:r>
            <a:r>
              <a:rPr dirty="0" err="1"/>
              <a:t>주보</a:t>
            </a:r>
            <a:r>
              <a:rPr dirty="0"/>
              <a:t>, </a:t>
            </a:r>
            <a:r>
              <a:rPr dirty="0" err="1"/>
              <a:t>선거</a:t>
            </a:r>
            <a:r>
              <a:rPr dirty="0"/>
              <a:t> </a:t>
            </a:r>
            <a:r>
              <a:rPr dirty="0" err="1"/>
              <a:t>공보물</a:t>
            </a:r>
            <a:r>
              <a:rPr dirty="0"/>
              <a:t>, </a:t>
            </a:r>
            <a:r>
              <a:rPr dirty="0" err="1"/>
              <a:t>공공기관</a:t>
            </a:r>
            <a:r>
              <a:rPr dirty="0"/>
              <a:t> </a:t>
            </a:r>
            <a:r>
              <a:rPr dirty="0" err="1"/>
              <a:t>소식지</a:t>
            </a:r>
            <a:r>
              <a:rPr dirty="0"/>
              <a:t>, </a:t>
            </a:r>
            <a:r>
              <a:rPr dirty="0" err="1"/>
              <a:t>강의자료</a:t>
            </a:r>
            <a:r>
              <a:rPr dirty="0"/>
              <a:t>, </a:t>
            </a:r>
            <a:r>
              <a:rPr dirty="0" err="1"/>
              <a:t>전공</a:t>
            </a:r>
            <a:r>
              <a:rPr dirty="0"/>
              <a:t> </a:t>
            </a:r>
            <a:r>
              <a:rPr dirty="0" err="1"/>
              <a:t>서적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dirty="0" err="1"/>
              <a:t>모바일에</a:t>
            </a:r>
            <a:r>
              <a:rPr dirty="0"/>
              <a:t> </a:t>
            </a:r>
            <a:r>
              <a:rPr dirty="0" err="1"/>
              <a:t>최적화된</a:t>
            </a:r>
            <a:r>
              <a:rPr dirty="0"/>
              <a:t> </a:t>
            </a:r>
            <a:r>
              <a:rPr dirty="0" err="1"/>
              <a:t>HTML로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변환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49493" y="1998970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563EB"/>
                </a:solidFill>
                <a:latin typeface="Malgun Gothic"/>
              </a:defRPr>
            </a:pPr>
            <a:r>
              <a:rPr dirty="0"/>
              <a:t>AI OCR | 8개국어</a:t>
            </a:r>
            <a:r>
              <a:rPr lang="en-US" dirty="0"/>
              <a:t> </a:t>
            </a:r>
            <a:r>
              <a:rPr lang="ko-KR" altLang="en-US" dirty="0"/>
              <a:t>자동 번역</a:t>
            </a:r>
            <a:r>
              <a:rPr dirty="0"/>
              <a:t> | </a:t>
            </a:r>
            <a:r>
              <a:rPr dirty="0" err="1"/>
              <a:t>반응형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13916" y="2651760"/>
            <a:ext cx="356716" cy="3886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9493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algun Gothic"/>
              </a:defRPr>
            </a:pPr>
            <a:r>
              <a:t>특수 직업군 외국어 학습기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9493" y="301752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algun Gothic"/>
              </a:defRPr>
            </a:pPr>
            <a:r>
              <a:rPr dirty="0" err="1"/>
              <a:t>치과</a:t>
            </a:r>
            <a:r>
              <a:rPr dirty="0"/>
              <a:t>, </a:t>
            </a:r>
            <a:r>
              <a:rPr dirty="0" err="1"/>
              <a:t>한방병원</a:t>
            </a:r>
            <a:r>
              <a:rPr dirty="0"/>
              <a:t>, </a:t>
            </a:r>
            <a:r>
              <a:rPr dirty="0" err="1"/>
              <a:t>호텔</a:t>
            </a:r>
            <a:r>
              <a:rPr dirty="0"/>
              <a:t>, </a:t>
            </a:r>
            <a:r>
              <a:rPr dirty="0" err="1"/>
              <a:t>레스토랑</a:t>
            </a:r>
            <a:r>
              <a:rPr dirty="0"/>
              <a:t>, </a:t>
            </a:r>
            <a:r>
              <a:rPr dirty="0" err="1"/>
              <a:t>병원</a:t>
            </a:r>
            <a:r>
              <a:rPr dirty="0"/>
              <a:t> </a:t>
            </a:r>
            <a:r>
              <a:rPr dirty="0" err="1"/>
              <a:t>간호사</a:t>
            </a:r>
            <a:r>
              <a:rPr dirty="0"/>
              <a:t>, </a:t>
            </a:r>
            <a:r>
              <a:rPr dirty="0" err="1"/>
              <a:t>면세점</a:t>
            </a:r>
            <a:r>
              <a:rPr dirty="0"/>
              <a:t>, </a:t>
            </a:r>
            <a:r>
              <a:rPr dirty="0" err="1"/>
              <a:t>미용실</a:t>
            </a:r>
            <a:r>
              <a:rPr dirty="0"/>
              <a:t>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dirty="0" err="1"/>
              <a:t>직군별</a:t>
            </a:r>
            <a:r>
              <a:rPr dirty="0"/>
              <a:t> </a:t>
            </a:r>
            <a:r>
              <a:rPr dirty="0" err="1"/>
              <a:t>맞춤</a:t>
            </a:r>
            <a:r>
              <a:rPr dirty="0"/>
              <a:t> </a:t>
            </a:r>
            <a:r>
              <a:rPr dirty="0" err="1"/>
              <a:t>다국어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솔루션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349493" y="339533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A580C"/>
                </a:solidFill>
                <a:latin typeface="Malgun Gothic"/>
              </a:defRPr>
            </a:pPr>
            <a:r>
              <a:rPr dirty="0"/>
              <a:t>7개 </a:t>
            </a:r>
            <a:r>
              <a:rPr dirty="0" err="1"/>
              <a:t>직군</a:t>
            </a:r>
            <a:r>
              <a:rPr dirty="0"/>
              <a:t> | </a:t>
            </a:r>
            <a:r>
              <a:rPr dirty="0" err="1"/>
              <a:t>실무</a:t>
            </a:r>
            <a:r>
              <a:rPr dirty="0"/>
              <a:t> </a:t>
            </a:r>
            <a:r>
              <a:rPr dirty="0" err="1"/>
              <a:t>표현</a:t>
            </a:r>
            <a:r>
              <a:rPr dirty="0"/>
              <a:t> | </a:t>
            </a:r>
            <a:r>
              <a:rPr dirty="0" err="1"/>
              <a:t>음성</a:t>
            </a:r>
            <a:r>
              <a:rPr dirty="0"/>
              <a:t> </a:t>
            </a:r>
            <a:r>
              <a:rPr dirty="0" err="1"/>
              <a:t>지원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813916" y="4023360"/>
            <a:ext cx="356716" cy="3886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9493" y="4023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Malgun Gothic"/>
              </a:defRPr>
            </a:pPr>
            <a:r>
              <a:t>통합 유통관리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9493" y="438912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algun Gothic"/>
              </a:defRPr>
            </a:pPr>
            <a:r>
              <a:rPr dirty="0" err="1"/>
              <a:t>도매점-소매점-소비자</a:t>
            </a:r>
            <a:r>
              <a:rPr dirty="0"/>
              <a:t> </a:t>
            </a:r>
            <a:r>
              <a:rPr dirty="0" err="1"/>
              <a:t>연계</a:t>
            </a:r>
            <a:r>
              <a:rPr dirty="0"/>
              <a:t>, 온/</a:t>
            </a:r>
            <a:r>
              <a:rPr dirty="0" err="1"/>
              <a:t>오프라인</a:t>
            </a:r>
            <a:r>
              <a:rPr dirty="0"/>
              <a:t> </a:t>
            </a:r>
            <a:r>
              <a:rPr dirty="0" err="1"/>
              <a:t>통합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dirty="0" err="1"/>
              <a:t>신개념</a:t>
            </a:r>
            <a:r>
              <a:rPr dirty="0"/>
              <a:t> </a:t>
            </a:r>
            <a:r>
              <a:rPr dirty="0" err="1"/>
              <a:t>유통환경</a:t>
            </a:r>
            <a:r>
              <a:rPr dirty="0"/>
              <a:t> </a:t>
            </a:r>
            <a:r>
              <a:rPr dirty="0" err="1"/>
              <a:t>최적화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349493" y="468755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Malgun Gothic"/>
              </a:defRPr>
            </a:pPr>
            <a:r>
              <a:rPr dirty="0"/>
              <a:t>B2B2C | </a:t>
            </a:r>
            <a:r>
              <a:rPr dirty="0" err="1"/>
              <a:t>카카오</a:t>
            </a:r>
            <a:r>
              <a:rPr dirty="0"/>
              <a:t> </a:t>
            </a:r>
            <a:r>
              <a:rPr dirty="0" err="1"/>
              <a:t>연동</a:t>
            </a:r>
            <a:r>
              <a:rPr dirty="0"/>
              <a:t> |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정산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388871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t>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Malgun Gothic"/>
              </a:defRPr>
            </a:pPr>
            <a:r>
              <a:t>PDF 문서 모바일 HTML 변환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8883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algun Gothic"/>
              </a:defRPr>
            </a:pPr>
            <a:r>
              <a:rPr dirty="0"/>
              <a:t>AI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레이아웃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&amp; </a:t>
            </a:r>
            <a:r>
              <a:rPr dirty="0" err="1"/>
              <a:t>반응형</a:t>
            </a:r>
            <a:r>
              <a:rPr dirty="0"/>
              <a:t> </a:t>
            </a:r>
            <a:r>
              <a:rPr dirty="0" err="1"/>
              <a:t>변환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42136" y="113917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🎯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가치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42136" y="1459211"/>
            <a:ext cx="3325037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 dirty="0"/>
              <a:t>✓ A4 </a:t>
            </a:r>
            <a:r>
              <a:rPr sz="1100" dirty="0" err="1"/>
              <a:t>PDF를</a:t>
            </a:r>
            <a:r>
              <a:rPr sz="1100" dirty="0"/>
              <a:t> </a:t>
            </a:r>
            <a:r>
              <a:rPr sz="1100" dirty="0" err="1"/>
              <a:t>모바일</a:t>
            </a:r>
            <a:r>
              <a:rPr sz="1100" dirty="0"/>
              <a:t> </a:t>
            </a:r>
            <a:r>
              <a:rPr sz="1100" dirty="0" err="1"/>
              <a:t>최적화</a:t>
            </a:r>
            <a:r>
              <a:rPr sz="1100" dirty="0"/>
              <a:t> </a:t>
            </a:r>
            <a:r>
              <a:rPr sz="1100" dirty="0" err="1"/>
              <a:t>HTML로</a:t>
            </a:r>
            <a:r>
              <a:rPr sz="1100" dirty="0"/>
              <a:t> </a:t>
            </a:r>
            <a:r>
              <a:rPr sz="1100" dirty="0" err="1"/>
              <a:t>자동</a:t>
            </a:r>
            <a:r>
              <a:rPr sz="1100" dirty="0"/>
              <a:t> </a:t>
            </a:r>
            <a:r>
              <a:rPr sz="1100" dirty="0" err="1"/>
              <a:t>변환</a:t>
            </a:r>
            <a:br>
              <a:rPr sz="1100" dirty="0"/>
            </a:br>
            <a:r>
              <a:rPr sz="1100" dirty="0"/>
              <a:t>✓ Claude Vision AI </a:t>
            </a:r>
            <a:r>
              <a:rPr sz="1100" dirty="0" err="1"/>
              <a:t>기반</a:t>
            </a:r>
            <a:r>
              <a:rPr sz="1100" dirty="0"/>
              <a:t> </a:t>
            </a:r>
            <a:r>
              <a:rPr sz="1100" dirty="0" err="1"/>
              <a:t>레이아웃</a:t>
            </a:r>
            <a:r>
              <a:rPr sz="1100" dirty="0"/>
              <a:t> </a:t>
            </a:r>
            <a:r>
              <a:rPr sz="1100" dirty="0" err="1"/>
              <a:t>분석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카테고리별</a:t>
            </a:r>
            <a:r>
              <a:rPr sz="1100" dirty="0"/>
              <a:t> </a:t>
            </a:r>
            <a:r>
              <a:rPr sz="1100" dirty="0" err="1"/>
              <a:t>맞춤</a:t>
            </a:r>
            <a:r>
              <a:rPr sz="1100" dirty="0"/>
              <a:t> </a:t>
            </a:r>
            <a:r>
              <a:rPr sz="1100" dirty="0" err="1"/>
              <a:t>템플릿</a:t>
            </a:r>
            <a:r>
              <a:rPr sz="1100" dirty="0"/>
              <a:t> </a:t>
            </a:r>
            <a:r>
              <a:rPr sz="1100" dirty="0" err="1"/>
              <a:t>자동</a:t>
            </a:r>
            <a:r>
              <a:rPr sz="1100" dirty="0"/>
              <a:t> </a:t>
            </a:r>
            <a:r>
              <a:rPr sz="1100" dirty="0" err="1"/>
              <a:t>적용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다크모드</a:t>
            </a:r>
            <a:r>
              <a:rPr sz="1100" dirty="0"/>
              <a:t>, </a:t>
            </a:r>
            <a:r>
              <a:rPr sz="1100" dirty="0" err="1"/>
              <a:t>폰트</a:t>
            </a:r>
            <a:r>
              <a:rPr sz="1100" dirty="0"/>
              <a:t> </a:t>
            </a:r>
            <a:r>
              <a:rPr sz="1100" dirty="0" err="1"/>
              <a:t>조절</a:t>
            </a:r>
            <a:r>
              <a:rPr sz="1100" dirty="0"/>
              <a:t>, </a:t>
            </a:r>
            <a:r>
              <a:rPr sz="1100" dirty="0" err="1"/>
              <a:t>공유</a:t>
            </a:r>
            <a:r>
              <a:rPr sz="1100" dirty="0"/>
              <a:t> </a:t>
            </a:r>
            <a:r>
              <a:rPr sz="1100" dirty="0" err="1"/>
              <a:t>기능</a:t>
            </a:r>
            <a:r>
              <a:rPr sz="1100" dirty="0"/>
              <a:t> </a:t>
            </a:r>
            <a:r>
              <a:rPr sz="1100" dirty="0" err="1"/>
              <a:t>내장</a:t>
            </a:r>
            <a:endParaRPr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5239816" y="11391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📊 지원 문서 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9816" y="1459211"/>
            <a:ext cx="3562540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 dirty="0"/>
              <a:t>✓ </a:t>
            </a:r>
            <a:r>
              <a:rPr sz="1100" dirty="0" err="1"/>
              <a:t>교회</a:t>
            </a:r>
            <a:r>
              <a:rPr sz="1100" dirty="0"/>
              <a:t> </a:t>
            </a:r>
            <a:r>
              <a:rPr sz="1100" dirty="0" err="1"/>
              <a:t>주보</a:t>
            </a:r>
            <a:r>
              <a:rPr sz="1100" dirty="0"/>
              <a:t> - 8개국어 </a:t>
            </a:r>
            <a:r>
              <a:rPr sz="1100" dirty="0" err="1"/>
              <a:t>번역</a:t>
            </a:r>
            <a:r>
              <a:rPr sz="1100" dirty="0"/>
              <a:t>, </a:t>
            </a:r>
            <a:r>
              <a:rPr sz="1100" dirty="0" err="1"/>
              <a:t>성경</a:t>
            </a:r>
            <a:r>
              <a:rPr sz="1100" dirty="0"/>
              <a:t>/</a:t>
            </a:r>
            <a:r>
              <a:rPr sz="1100" dirty="0" err="1"/>
              <a:t>찬송</a:t>
            </a:r>
            <a:r>
              <a:rPr sz="1100" dirty="0"/>
              <a:t> </a:t>
            </a:r>
            <a:r>
              <a:rPr sz="1100" dirty="0" err="1"/>
              <a:t>팝업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선거</a:t>
            </a:r>
            <a:r>
              <a:rPr sz="1100" dirty="0"/>
              <a:t> </a:t>
            </a:r>
            <a:r>
              <a:rPr sz="1100" dirty="0" err="1"/>
              <a:t>공보물</a:t>
            </a:r>
            <a:r>
              <a:rPr sz="1100" dirty="0"/>
              <a:t> - </a:t>
            </a:r>
            <a:r>
              <a:rPr sz="1100" dirty="0" err="1"/>
              <a:t>후보자</a:t>
            </a:r>
            <a:r>
              <a:rPr sz="1100" dirty="0"/>
              <a:t> </a:t>
            </a:r>
            <a:r>
              <a:rPr sz="1100" dirty="0" err="1"/>
              <a:t>정보</a:t>
            </a:r>
            <a:r>
              <a:rPr sz="1100" dirty="0"/>
              <a:t>, </a:t>
            </a:r>
            <a:r>
              <a:rPr sz="1100" dirty="0" err="1"/>
              <a:t>공약</a:t>
            </a:r>
            <a:r>
              <a:rPr sz="1100" dirty="0"/>
              <a:t> </a:t>
            </a:r>
            <a:r>
              <a:rPr sz="1100" dirty="0" err="1"/>
              <a:t>구조화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공공기관</a:t>
            </a:r>
            <a:r>
              <a:rPr sz="1100" dirty="0"/>
              <a:t> </a:t>
            </a:r>
            <a:r>
              <a:rPr sz="1100" dirty="0" err="1"/>
              <a:t>소식지</a:t>
            </a:r>
            <a:r>
              <a:rPr sz="1100" dirty="0"/>
              <a:t> - </a:t>
            </a:r>
            <a:r>
              <a:rPr sz="1100" dirty="0" err="1"/>
              <a:t>뉴스레터</a:t>
            </a:r>
            <a:r>
              <a:rPr sz="1100" dirty="0"/>
              <a:t> </a:t>
            </a:r>
            <a:r>
              <a:rPr sz="1100" dirty="0" err="1"/>
              <a:t>디지털화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강의자료</a:t>
            </a:r>
            <a:r>
              <a:rPr sz="1100" dirty="0"/>
              <a:t>/</a:t>
            </a:r>
            <a:r>
              <a:rPr sz="1100" dirty="0" err="1"/>
              <a:t>전공서적</a:t>
            </a:r>
            <a:r>
              <a:rPr sz="1100" dirty="0"/>
              <a:t> - </a:t>
            </a:r>
            <a:r>
              <a:rPr sz="1100" dirty="0" err="1"/>
              <a:t>학습</a:t>
            </a:r>
            <a:r>
              <a:rPr sz="1100" dirty="0"/>
              <a:t> </a:t>
            </a:r>
            <a:r>
              <a:rPr sz="1100" dirty="0" err="1"/>
              <a:t>콘텐츠</a:t>
            </a:r>
            <a:r>
              <a:rPr sz="1100" dirty="0"/>
              <a:t> </a:t>
            </a:r>
            <a:r>
              <a:rPr sz="1100" dirty="0" err="1"/>
              <a:t>최적화</a:t>
            </a:r>
            <a:endParaRPr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846071" y="286629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⚙️ </a:t>
            </a:r>
            <a:r>
              <a:rPr dirty="0" err="1"/>
              <a:t>변환</a:t>
            </a:r>
            <a:r>
              <a:rPr dirty="0"/>
              <a:t> </a:t>
            </a:r>
            <a:r>
              <a:rPr dirty="0" err="1"/>
              <a:t>프로세스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1346454" y="3291840"/>
            <a:ext cx="911385" cy="3467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00" b="1"/>
              <a:t>📄</a:t>
            </a:r>
            <a:br>
              <a:rPr sz="1000" b="1"/>
            </a:br>
            <a:r>
              <a:rPr sz="1000" b="1"/>
              <a:t>PDF 업로드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4052" y="3383280"/>
            <a:ext cx="2430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2374" y="3291840"/>
            <a:ext cx="911385" cy="3467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00" b="1"/>
              <a:t>🤖</a:t>
            </a:r>
            <a:br>
              <a:rPr sz="1000" b="1"/>
            </a:br>
            <a:r>
              <a:rPr sz="1000" b="1"/>
              <a:t>AI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924" y="3383280"/>
            <a:ext cx="2430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Malgun Gothic"/>
              </a:defRPr>
            </a:pPr>
            <a:r>
              <a:rPr dirty="0"/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7814" y="3291840"/>
            <a:ext cx="911385" cy="3467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00" b="1"/>
              <a:t>🌍</a:t>
            </a:r>
            <a:br>
              <a:rPr sz="1000" b="1"/>
            </a:br>
            <a:r>
              <a:rPr sz="1000" b="1"/>
              <a:t>다국어 번역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7" y="3383280"/>
            <a:ext cx="2430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93446" y="3291840"/>
            <a:ext cx="911385" cy="3467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00" b="1"/>
              <a:t>🎨</a:t>
            </a:r>
            <a:br>
              <a:rPr sz="1000" b="1"/>
            </a:br>
            <a:r>
              <a:rPr sz="1000" b="1"/>
              <a:t>템플릿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1185" y="3383280"/>
            <a:ext cx="2430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98730" y="3291840"/>
            <a:ext cx="911385" cy="3467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00" b="1"/>
              <a:t>📱</a:t>
            </a:r>
            <a:br>
              <a:rPr sz="1000" b="1"/>
            </a:br>
            <a:r>
              <a:rPr sz="1000" b="1"/>
              <a:t>HTML 생성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1675" y="4280348"/>
            <a:ext cx="1660993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변환 소요 시간</a:t>
            </a:r>
            <a:br/>
            <a:r>
              <a:t>3~5초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06315" y="4280348"/>
            <a:ext cx="1660993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지원 언어</a:t>
            </a:r>
            <a:br/>
            <a:r>
              <a:t>8개국어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0955" y="4280348"/>
            <a:ext cx="1660993" cy="5486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모바일 최적화</a:t>
            </a:r>
            <a:br/>
            <a:r>
              <a:t>95%+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3925" y="240156"/>
            <a:ext cx="45921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rPr dirty="0"/>
              <a:t>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Malgun Gothic"/>
              </a:defRPr>
            </a:pPr>
            <a:r>
              <a:t>교회 주보 변환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algun Gothic"/>
              </a:defRPr>
            </a:pPr>
            <a:r>
              <a:t>8개국어 자동 번역 + 성경/찬송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283" y="1306286"/>
            <a:ext cx="347371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🌍 다국어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283" y="1626326"/>
            <a:ext cx="3473717" cy="133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 dirty="0"/>
              <a:t>✓ </a:t>
            </a:r>
            <a:r>
              <a:rPr sz="1100" dirty="0" err="1"/>
              <a:t>한국어</a:t>
            </a:r>
            <a:r>
              <a:rPr sz="1100" dirty="0"/>
              <a:t> - </a:t>
            </a:r>
            <a:r>
              <a:rPr sz="1100" dirty="0" err="1"/>
              <a:t>원본</a:t>
            </a:r>
            <a:r>
              <a:rPr sz="1100" dirty="0"/>
              <a:t> </a:t>
            </a:r>
            <a:r>
              <a:rPr sz="1100" dirty="0" err="1"/>
              <a:t>텍스트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영어</a:t>
            </a:r>
            <a:r>
              <a:rPr sz="1100" dirty="0"/>
              <a:t> - English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중국어</a:t>
            </a:r>
            <a:r>
              <a:rPr sz="1100" dirty="0"/>
              <a:t> - </a:t>
            </a:r>
            <a:r>
              <a:rPr sz="1100" dirty="0" err="1"/>
              <a:t>简体中文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일본어</a:t>
            </a:r>
            <a:r>
              <a:rPr sz="1100" dirty="0"/>
              <a:t> - </a:t>
            </a:r>
            <a:r>
              <a:rPr sz="1100" dirty="0" err="1"/>
              <a:t>日本語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인도네시아어</a:t>
            </a:r>
            <a:r>
              <a:rPr sz="1100" dirty="0"/>
              <a:t>, </a:t>
            </a:r>
            <a:r>
              <a:rPr sz="1100" dirty="0" err="1"/>
              <a:t>스페인어</a:t>
            </a:r>
            <a:r>
              <a:rPr sz="1100" dirty="0"/>
              <a:t>, </a:t>
            </a:r>
            <a:r>
              <a:rPr sz="1100" dirty="0" err="1"/>
              <a:t>러시아어</a:t>
            </a:r>
            <a:r>
              <a:rPr sz="1100" dirty="0"/>
              <a:t>, </a:t>
            </a:r>
            <a:r>
              <a:rPr sz="1100" dirty="0" err="1"/>
              <a:t>프랑스어</a:t>
            </a:r>
            <a:endParaRPr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4983982" y="1306286"/>
            <a:ext cx="347371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📖 인터랙티브 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982" y="1626326"/>
            <a:ext cx="3473717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 dirty="0"/>
              <a:t>✓ </a:t>
            </a:r>
            <a:r>
              <a:rPr sz="1100" dirty="0" err="1"/>
              <a:t>성경</a:t>
            </a:r>
            <a:r>
              <a:rPr sz="1100" dirty="0"/>
              <a:t> </a:t>
            </a:r>
            <a:r>
              <a:rPr sz="1100" dirty="0" err="1"/>
              <a:t>구절</a:t>
            </a:r>
            <a:r>
              <a:rPr sz="1100" dirty="0"/>
              <a:t> </a:t>
            </a:r>
            <a:r>
              <a:rPr sz="1100" dirty="0" err="1"/>
              <a:t>클릭</a:t>
            </a:r>
            <a:r>
              <a:rPr sz="1100" dirty="0"/>
              <a:t> → </a:t>
            </a:r>
            <a:r>
              <a:rPr sz="1100" dirty="0" err="1"/>
              <a:t>다국어</a:t>
            </a:r>
            <a:r>
              <a:rPr sz="1100" dirty="0"/>
              <a:t> </a:t>
            </a:r>
            <a:r>
              <a:rPr sz="1100" dirty="0" err="1"/>
              <a:t>본문</a:t>
            </a:r>
            <a:r>
              <a:rPr sz="1100" dirty="0"/>
              <a:t> </a:t>
            </a:r>
            <a:r>
              <a:rPr sz="1100" dirty="0" err="1"/>
              <a:t>팝업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찬송가</a:t>
            </a:r>
            <a:r>
              <a:rPr sz="1100" dirty="0"/>
              <a:t> </a:t>
            </a:r>
            <a:r>
              <a:rPr sz="1100" dirty="0" err="1"/>
              <a:t>번호</a:t>
            </a:r>
            <a:r>
              <a:rPr sz="1100" dirty="0"/>
              <a:t> </a:t>
            </a:r>
            <a:r>
              <a:rPr sz="1100" dirty="0" err="1"/>
              <a:t>클릭</a:t>
            </a:r>
            <a:r>
              <a:rPr sz="1100" dirty="0"/>
              <a:t> → </a:t>
            </a:r>
            <a:r>
              <a:rPr sz="1100" dirty="0" err="1"/>
              <a:t>다국어</a:t>
            </a:r>
            <a:r>
              <a:rPr sz="1100" dirty="0"/>
              <a:t> </a:t>
            </a:r>
            <a:r>
              <a:rPr sz="1100" dirty="0" err="1"/>
              <a:t>가사</a:t>
            </a:r>
            <a:r>
              <a:rPr sz="1100" dirty="0"/>
              <a:t> </a:t>
            </a:r>
            <a:r>
              <a:rPr sz="1100" dirty="0" err="1"/>
              <a:t>팝업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설교</a:t>
            </a:r>
            <a:r>
              <a:rPr sz="1100" dirty="0"/>
              <a:t> </a:t>
            </a:r>
            <a:r>
              <a:rPr sz="1100" dirty="0" err="1"/>
              <a:t>본문</a:t>
            </a:r>
            <a:r>
              <a:rPr sz="1100" dirty="0"/>
              <a:t> </a:t>
            </a:r>
            <a:r>
              <a:rPr sz="1100" dirty="0" err="1"/>
              <a:t>전체</a:t>
            </a:r>
            <a:r>
              <a:rPr sz="1100" dirty="0"/>
              <a:t> </a:t>
            </a:r>
            <a:r>
              <a:rPr sz="1100" dirty="0" err="1"/>
              <a:t>번역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오늘의</a:t>
            </a:r>
            <a:r>
              <a:rPr sz="1100" dirty="0"/>
              <a:t> </a:t>
            </a:r>
            <a:r>
              <a:rPr sz="1100" dirty="0" err="1"/>
              <a:t>양식</a:t>
            </a:r>
            <a:r>
              <a:rPr sz="1100" dirty="0"/>
              <a:t> </a:t>
            </a:r>
            <a:r>
              <a:rPr sz="1100" dirty="0" err="1"/>
              <a:t>다국어</a:t>
            </a:r>
            <a:r>
              <a:rPr sz="1100" dirty="0"/>
              <a:t> </a:t>
            </a:r>
            <a:r>
              <a:rPr sz="1100" dirty="0" err="1"/>
              <a:t>지원</a:t>
            </a:r>
            <a:endParaRPr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1098283" y="3043646"/>
            <a:ext cx="347371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📱 주보 섹션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283" y="3363686"/>
            <a:ext cx="3473717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/>
              <a:t>✓ 오늘의 말씀 (컴팩트 아코디언)</a:t>
            </a:r>
            <a:br>
              <a:rPr sz="1100"/>
            </a:br>
            <a:r>
              <a:rPr sz="1100"/>
              <a:t>✓ 예배 안내 (공통순서 + 개별 카드)</a:t>
            </a:r>
            <a:br>
              <a:rPr sz="1100"/>
            </a:br>
            <a:r>
              <a:rPr sz="1100"/>
              <a:t>✓ 생명의 말씀 (설교 아코디언)</a:t>
            </a:r>
            <a:br>
              <a:rPr sz="1100"/>
            </a:br>
            <a:r>
              <a:rPr sz="1100"/>
              <a:t>✓ 금주의 찬양 / 교회소식 / 헌금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982" y="3043646"/>
            <a:ext cx="347371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🛠️ 기술 스택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982" y="3363686"/>
            <a:ext cx="3473717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/>
              <a:t>✓ Python Flask + Claude Vision API</a:t>
            </a:r>
            <a:br>
              <a:rPr sz="1100"/>
            </a:br>
            <a:r>
              <a:rPr sz="1100"/>
              <a:t>✓ PyMuPDF (PDF 처리)</a:t>
            </a:r>
            <a:br>
              <a:rPr sz="1100"/>
            </a:br>
            <a:r>
              <a:rPr sz="1100"/>
              <a:t>✓ 다국어 폴백: 선택어 → 영어 → 한국어</a:t>
            </a:r>
            <a:br>
              <a:rPr sz="1100"/>
            </a:br>
            <a:r>
              <a:rPr sz="1100"/>
              <a:t>✓ 반응형 CSS + 다크모드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3828" y="228600"/>
            <a:ext cx="419016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t>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Malgun Gothic"/>
              </a:defRPr>
            </a:pPr>
            <a:r>
              <a:t>다양한 문서 유형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algun Gothic"/>
              </a:defRPr>
            </a:pPr>
            <a:r>
              <a:t>선거 공보물 / 공공기관 소식지 / 강의자료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6952"/>
            <a:ext cx="28557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🗳️ 선거 공보물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6992"/>
            <a:ext cx="2855742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 dirty="0"/>
              <a:t>✓ </a:t>
            </a:r>
            <a:r>
              <a:rPr sz="1100" dirty="0" err="1"/>
              <a:t>후보자</a:t>
            </a:r>
            <a:r>
              <a:rPr sz="1100" dirty="0"/>
              <a:t> </a:t>
            </a:r>
            <a:r>
              <a:rPr sz="1100" dirty="0" err="1"/>
              <a:t>정보</a:t>
            </a:r>
            <a:r>
              <a:rPr sz="1100" dirty="0"/>
              <a:t> </a:t>
            </a:r>
            <a:r>
              <a:rPr sz="1100" dirty="0" err="1"/>
              <a:t>자동</a:t>
            </a:r>
            <a:r>
              <a:rPr sz="1100" dirty="0"/>
              <a:t> </a:t>
            </a:r>
            <a:r>
              <a:rPr sz="1100" dirty="0" err="1"/>
              <a:t>추출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공약</a:t>
            </a:r>
            <a:r>
              <a:rPr sz="1100" dirty="0"/>
              <a:t> </a:t>
            </a:r>
            <a:r>
              <a:rPr sz="1100" dirty="0" err="1"/>
              <a:t>구조화</a:t>
            </a:r>
            <a:r>
              <a:rPr sz="1100" dirty="0"/>
              <a:t> (</a:t>
            </a:r>
            <a:r>
              <a:rPr sz="1100" dirty="0" err="1"/>
              <a:t>카드</a:t>
            </a:r>
            <a:r>
              <a:rPr sz="1100" dirty="0"/>
              <a:t> </a:t>
            </a:r>
            <a:r>
              <a:rPr sz="1100" dirty="0" err="1"/>
              <a:t>형태</a:t>
            </a:r>
            <a:r>
              <a:rPr sz="1100" dirty="0"/>
              <a:t>)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정당별</a:t>
            </a:r>
            <a:r>
              <a:rPr sz="1100" dirty="0"/>
              <a:t> </a:t>
            </a:r>
            <a:r>
              <a:rPr sz="1100" dirty="0" err="1"/>
              <a:t>테마</a:t>
            </a:r>
            <a:r>
              <a:rPr sz="1100" dirty="0"/>
              <a:t> </a:t>
            </a:r>
            <a:r>
              <a:rPr sz="1100" dirty="0" err="1"/>
              <a:t>색상</a:t>
            </a:r>
            <a:r>
              <a:rPr sz="1100" dirty="0"/>
              <a:t> </a:t>
            </a:r>
            <a:r>
              <a:rPr sz="1100" dirty="0" err="1"/>
              <a:t>적용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비교</a:t>
            </a:r>
            <a:r>
              <a:rPr sz="1100" dirty="0"/>
              <a:t> </a:t>
            </a:r>
            <a:r>
              <a:rPr sz="1100" dirty="0" err="1"/>
              <a:t>보기</a:t>
            </a:r>
            <a:r>
              <a:rPr sz="1100" dirty="0"/>
              <a:t> </a:t>
            </a:r>
            <a:r>
              <a:rPr sz="1100" dirty="0" err="1"/>
              <a:t>기능</a:t>
            </a:r>
            <a:endParaRPr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5303520" y="1236952"/>
            <a:ext cx="28557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🏛️ 공공기관 소식지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556992"/>
            <a:ext cx="2855742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/>
              <a:t>✓ 뉴스 카테고리별 분류</a:t>
            </a:r>
            <a:br>
              <a:rPr sz="1100"/>
            </a:br>
            <a:r>
              <a:rPr sz="1100"/>
              <a:t>✓ 이미지 갤러리 자동 생성</a:t>
            </a:r>
            <a:br>
              <a:rPr sz="1100"/>
            </a:br>
            <a:r>
              <a:rPr sz="1100"/>
              <a:t>✓ 연락처/일정 카드화</a:t>
            </a:r>
            <a:br>
              <a:rPr sz="1100"/>
            </a:br>
            <a:r>
              <a:rPr sz="1100"/>
              <a:t>✓ SNS 공유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74312"/>
            <a:ext cx="28557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📚 강의자료 / 전공서적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4352"/>
            <a:ext cx="2855742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/>
              <a:t>✓ 챕터별 네비게이션</a:t>
            </a:r>
            <a:br>
              <a:rPr sz="1100"/>
            </a:br>
            <a:r>
              <a:rPr sz="1100"/>
              <a:t>✓ 수식/도표 렌더링</a:t>
            </a:r>
            <a:br>
              <a:rPr sz="1100"/>
            </a:br>
            <a:r>
              <a:rPr sz="1100"/>
              <a:t>✓ 하이라이트 &amp; 메모 기능</a:t>
            </a:r>
            <a:br>
              <a:rPr sz="1100"/>
            </a:br>
            <a:r>
              <a:rPr sz="1100"/>
              <a:t>✓ 목차 자동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974312"/>
            <a:ext cx="28557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💡 공통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294352"/>
            <a:ext cx="2855742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/>
              <a:t>✓ 반응형 디자인 (모바일 우선)</a:t>
            </a:r>
            <a:br>
              <a:rPr sz="1100"/>
            </a:br>
            <a:r>
              <a:rPr sz="1100"/>
              <a:t>✓ 다크모드 / 폰트 크기 조절</a:t>
            </a:r>
            <a:br>
              <a:rPr sz="1100"/>
            </a:br>
            <a:r>
              <a:rPr sz="1100"/>
              <a:t>✓ 오프라인 저장 (PWA)</a:t>
            </a:r>
            <a:br>
              <a:rPr sz="1100"/>
            </a:br>
            <a:r>
              <a:rPr sz="1100"/>
              <a:t>✓ URL 공유 &amp; QR 코드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4852" y="297180"/>
            <a:ext cx="398920" cy="4114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t>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Malgun Gothic"/>
              </a:defRPr>
            </a:pPr>
            <a:r>
              <a:t>특수 직업군 외국어 학습기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algun Gothic"/>
              </a:defRPr>
            </a:pPr>
            <a:r>
              <a:t>직군별 실무 표현 집중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3647" y="1280404"/>
            <a:ext cx="321547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algun Gothic"/>
              </a:defRPr>
            </a:pPr>
            <a:r>
              <a:t>🎯 솔루션 특징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3647" y="1600444"/>
            <a:ext cx="3215473" cy="133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 dirty="0"/>
              <a:t>✓ </a:t>
            </a:r>
            <a:r>
              <a:rPr sz="1100" dirty="0" err="1"/>
              <a:t>직업군별</a:t>
            </a:r>
            <a:r>
              <a:rPr sz="1100" dirty="0"/>
              <a:t> </a:t>
            </a:r>
            <a:r>
              <a:rPr sz="1100" dirty="0" err="1"/>
              <a:t>맞춤</a:t>
            </a:r>
            <a:r>
              <a:rPr sz="1100" dirty="0"/>
              <a:t> </a:t>
            </a:r>
            <a:r>
              <a:rPr sz="1100" dirty="0" err="1"/>
              <a:t>커리큘럼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실무에서</a:t>
            </a:r>
            <a:r>
              <a:rPr sz="1100" dirty="0"/>
              <a:t> </a:t>
            </a:r>
            <a:r>
              <a:rPr sz="1100" dirty="0" err="1"/>
              <a:t>바로</a:t>
            </a:r>
            <a:r>
              <a:rPr sz="1100" dirty="0"/>
              <a:t> </a:t>
            </a:r>
            <a:r>
              <a:rPr sz="1100" dirty="0" err="1"/>
              <a:t>쓰는</a:t>
            </a:r>
            <a:r>
              <a:rPr sz="1100" dirty="0"/>
              <a:t> </a:t>
            </a:r>
            <a:r>
              <a:rPr sz="1100" dirty="0" err="1"/>
              <a:t>표현</a:t>
            </a:r>
            <a:r>
              <a:rPr sz="1100" dirty="0"/>
              <a:t> </a:t>
            </a:r>
            <a:r>
              <a:rPr sz="1100" dirty="0" err="1"/>
              <a:t>중심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다국어</a:t>
            </a:r>
            <a:r>
              <a:rPr sz="1100" dirty="0"/>
              <a:t> </a:t>
            </a:r>
            <a:r>
              <a:rPr sz="1100" dirty="0" err="1"/>
              <a:t>지원</a:t>
            </a:r>
            <a:r>
              <a:rPr sz="1100" dirty="0"/>
              <a:t> (영/중/일/</a:t>
            </a:r>
            <a:r>
              <a:rPr sz="1100" dirty="0" err="1"/>
              <a:t>동남아</a:t>
            </a:r>
            <a:r>
              <a:rPr sz="1100" dirty="0"/>
              <a:t>)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음성</a:t>
            </a:r>
            <a:r>
              <a:rPr sz="1100" dirty="0"/>
              <a:t> </a:t>
            </a:r>
            <a:r>
              <a:rPr sz="1100" dirty="0" err="1"/>
              <a:t>발음</a:t>
            </a:r>
            <a:r>
              <a:rPr sz="1100" dirty="0"/>
              <a:t> </a:t>
            </a:r>
            <a:r>
              <a:rPr sz="1100" dirty="0" err="1"/>
              <a:t>가이드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상황별</a:t>
            </a:r>
            <a:r>
              <a:rPr sz="1100" dirty="0"/>
              <a:t> </a:t>
            </a:r>
            <a:r>
              <a:rPr sz="1100" dirty="0" err="1"/>
              <a:t>롤플레이</a:t>
            </a:r>
            <a:r>
              <a:rPr sz="1100" dirty="0"/>
              <a:t> </a:t>
            </a:r>
            <a:r>
              <a:rPr sz="1100" dirty="0" err="1"/>
              <a:t>시나리오</a:t>
            </a:r>
            <a:endParaRPr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4754882" y="1312849"/>
            <a:ext cx="321547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algun Gothic"/>
              </a:defRPr>
            </a:pPr>
            <a:r>
              <a:t>👥 지원 직업군 (7개)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2" y="1632889"/>
            <a:ext cx="3215473" cy="1838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/>
              <a:t>🦷 치과 - 진료/치료 안내 표현</a:t>
            </a:r>
            <a:br>
              <a:rPr sz="1100"/>
            </a:br>
            <a:r>
              <a:rPr sz="1100"/>
              <a:t>🌿 한방병원 - 한의학 용어, 침/뜸 설명</a:t>
            </a:r>
            <a:br>
              <a:rPr sz="1100"/>
            </a:br>
            <a:r>
              <a:rPr sz="1100"/>
              <a:t>🏨 호텔 - 체크인/컨시어지 서비스</a:t>
            </a:r>
            <a:br>
              <a:rPr sz="1100"/>
            </a:br>
            <a:r>
              <a:rPr sz="1100"/>
              <a:t>🍽️ 레스토랑 - 주문/서빙/결제</a:t>
            </a:r>
            <a:br>
              <a:rPr sz="1100"/>
            </a:br>
            <a:r>
              <a:rPr sz="1100"/>
              <a:t>🏥 병원 간호사 - 환자 응대/의료 용어</a:t>
            </a:r>
            <a:br>
              <a:rPr sz="1100"/>
            </a:br>
            <a:r>
              <a:rPr sz="1100"/>
              <a:t>🛍️ 면세점 - 상품 안내/세금 환급</a:t>
            </a:r>
            <a:br>
              <a:rPr sz="1100"/>
            </a:br>
            <a:r>
              <a:rPr sz="1100"/>
              <a:t>💇 미용실 - 스타일 상담/시술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461" y="3527324"/>
            <a:ext cx="733507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algun Gothic"/>
              </a:defRPr>
            </a:pPr>
            <a:r>
              <a:rPr dirty="0"/>
              <a:t>📱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흐름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1250348" y="4191641"/>
            <a:ext cx="954593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👤</a:t>
            </a:r>
            <a:br>
              <a:rPr sz="1050"/>
            </a:br>
            <a:r>
              <a:rPr sz="1050"/>
              <a:t>직군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2701" y="4191641"/>
            <a:ext cx="254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580C"/>
                </a:solidFill>
                <a:latin typeface="Malgun Gothic"/>
              </a:defRPr>
            </a:pPr>
            <a:r>
              <a:rPr sz="1400"/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8461" y="4191641"/>
            <a:ext cx="954593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📚</a:t>
            </a:r>
            <a:br>
              <a:rPr sz="1050"/>
            </a:br>
            <a:r>
              <a:rPr sz="1050"/>
              <a:t>상황별 학습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257" y="4202694"/>
            <a:ext cx="254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580C"/>
                </a:solidFill>
                <a:latin typeface="Malgun Gothic"/>
              </a:defRPr>
            </a:pPr>
            <a:r>
              <a:rPr sz="1400"/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017" y="4202694"/>
            <a:ext cx="954593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🔊</a:t>
            </a:r>
            <a:br>
              <a:rPr sz="1050"/>
            </a:br>
            <a:r>
              <a:rPr sz="1050"/>
              <a:t>발음 연습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3467" y="4214752"/>
            <a:ext cx="254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580C"/>
                </a:solidFill>
                <a:latin typeface="Malgun Gothic"/>
              </a:defRPr>
            </a:pPr>
            <a:r>
              <a:rPr sz="1400"/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89228" y="4214752"/>
            <a:ext cx="954593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🎭</a:t>
            </a:r>
            <a:br>
              <a:rPr sz="1050"/>
            </a:br>
            <a:r>
              <a:rPr sz="1050"/>
              <a:t>롤플레이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5023" y="4226810"/>
            <a:ext cx="254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580C"/>
                </a:solidFill>
                <a:latin typeface="Malgun Gothic"/>
              </a:defRPr>
            </a:pPr>
            <a:r>
              <a:rPr sz="1400"/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0783" y="4226810"/>
            <a:ext cx="954593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📊</a:t>
            </a:r>
            <a:br>
              <a:rPr sz="1050"/>
            </a:br>
            <a:r>
              <a:rPr sz="1050"/>
              <a:t>학습 현황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3828" y="262264"/>
            <a:ext cx="419016" cy="4114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t>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Malgun Gothic"/>
              </a:defRPr>
            </a:pPr>
            <a:r>
              <a:t>직군별 학습 콘텐츠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algun Gothic"/>
              </a:defRPr>
            </a:pPr>
            <a:r>
              <a:t>실무 상황 기반 다국어 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000" y="1145734"/>
            <a:ext cx="3084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580C"/>
                </a:solidFill>
                <a:latin typeface="Malgun Gothic"/>
              </a:defRPr>
            </a:pPr>
            <a:r>
              <a:t>🦷 치과 - 진료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000" y="1465774"/>
            <a:ext cx="3084844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100" dirty="0"/>
              <a:t>✓ "</a:t>
            </a:r>
            <a:r>
              <a:rPr sz="1100" dirty="0" err="1"/>
              <a:t>오늘</a:t>
            </a:r>
            <a:r>
              <a:rPr sz="1100" dirty="0"/>
              <a:t> </a:t>
            </a:r>
            <a:r>
              <a:rPr sz="1100" dirty="0" err="1"/>
              <a:t>어디가</a:t>
            </a:r>
            <a:r>
              <a:rPr sz="1100" dirty="0"/>
              <a:t> </a:t>
            </a:r>
            <a:r>
              <a:rPr sz="1100" dirty="0" err="1"/>
              <a:t>불편하세요</a:t>
            </a:r>
            <a:r>
              <a:rPr sz="1100" dirty="0"/>
              <a:t>?"</a:t>
            </a:r>
            <a:br>
              <a:rPr sz="1100" dirty="0"/>
            </a:br>
            <a:r>
              <a:rPr sz="1100" dirty="0"/>
              <a:t>✓ "</a:t>
            </a:r>
            <a:r>
              <a:rPr sz="1100" dirty="0" err="1"/>
              <a:t>스케일링을</a:t>
            </a:r>
            <a:r>
              <a:rPr sz="1100" dirty="0"/>
              <a:t> </a:t>
            </a:r>
            <a:r>
              <a:rPr sz="1100" dirty="0" err="1"/>
              <a:t>받으신</a:t>
            </a:r>
            <a:r>
              <a:rPr sz="1100" dirty="0"/>
              <a:t> 적 </a:t>
            </a:r>
            <a:r>
              <a:rPr sz="1100" dirty="0" err="1"/>
              <a:t>있으세요</a:t>
            </a:r>
            <a:r>
              <a:rPr sz="1100" dirty="0"/>
              <a:t>?"</a:t>
            </a:r>
            <a:br>
              <a:rPr sz="1100" dirty="0"/>
            </a:br>
            <a:r>
              <a:rPr sz="1100" dirty="0"/>
              <a:t>✓ "</a:t>
            </a:r>
            <a:r>
              <a:rPr sz="1100" dirty="0" err="1"/>
              <a:t>마취가</a:t>
            </a:r>
            <a:r>
              <a:rPr sz="1100" dirty="0"/>
              <a:t> </a:t>
            </a:r>
            <a:r>
              <a:rPr sz="1100" dirty="0" err="1"/>
              <a:t>풀릴</a:t>
            </a:r>
            <a:r>
              <a:rPr sz="1100" dirty="0"/>
              <a:t> </a:t>
            </a:r>
            <a:r>
              <a:rPr sz="1100" dirty="0" err="1"/>
              <a:t>때까지</a:t>
            </a:r>
            <a:r>
              <a:rPr sz="1100" dirty="0"/>
              <a:t> </a:t>
            </a:r>
            <a:r>
              <a:rPr sz="1100" dirty="0" err="1"/>
              <a:t>식사를</a:t>
            </a:r>
            <a:r>
              <a:rPr sz="1100" dirty="0"/>
              <a:t> </a:t>
            </a:r>
            <a:r>
              <a:rPr sz="1100" dirty="0" err="1"/>
              <a:t>피해주세요</a:t>
            </a:r>
            <a:r>
              <a:rPr sz="1100" dirty="0"/>
              <a:t>"</a:t>
            </a:r>
            <a:br>
              <a:rPr sz="1100" dirty="0"/>
            </a:br>
            <a:r>
              <a:rPr sz="1100" dirty="0"/>
              <a:t>✓ "3개월 후 </a:t>
            </a:r>
            <a:r>
              <a:rPr sz="1100" dirty="0" err="1"/>
              <a:t>정기</a:t>
            </a:r>
            <a:r>
              <a:rPr sz="1100" dirty="0"/>
              <a:t> </a:t>
            </a:r>
            <a:r>
              <a:rPr sz="1100" dirty="0" err="1"/>
              <a:t>검진을</a:t>
            </a:r>
            <a:r>
              <a:rPr sz="1100" dirty="0"/>
              <a:t> </a:t>
            </a:r>
            <a:r>
              <a:rPr sz="1100" dirty="0" err="1"/>
              <a:t>권장드립니다</a:t>
            </a:r>
            <a:r>
              <a:rPr sz="1100" dirty="0"/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80484" y="1088741"/>
            <a:ext cx="3084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580C"/>
                </a:solidFill>
                <a:latin typeface="Malgun Gothic"/>
              </a:defRPr>
            </a:pPr>
            <a:r>
              <a:t>🏨 호텔 - 체크인/서비스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0484" y="1408781"/>
            <a:ext cx="3084844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100"/>
              <a:t>✓ "예약 확인 도와드리겠습니다"</a:t>
            </a:r>
            <a:br>
              <a:rPr sz="1100"/>
            </a:br>
            <a:r>
              <a:rPr sz="1100"/>
              <a:t>✓ "조식은 7시부터 10시까지입니다"</a:t>
            </a:r>
            <a:br>
              <a:rPr sz="1100"/>
            </a:br>
            <a:r>
              <a:rPr sz="1100"/>
              <a:t>✓ "Wi-Fi 비밀번호를 안내해 드릴게요"</a:t>
            </a:r>
            <a:br>
              <a:rPr sz="1100"/>
            </a:br>
            <a:r>
              <a:rPr sz="1100"/>
              <a:t>✓ "체크아웃은 오전 11시입니다"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9000" y="2791654"/>
            <a:ext cx="3084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580C"/>
                </a:solidFill>
                <a:latin typeface="Malgun Gothic"/>
              </a:defRPr>
            </a:pPr>
            <a:r>
              <a:t>🛍️ 면세점 - 쇼핑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9000" y="3111694"/>
            <a:ext cx="3084844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100"/>
              <a:t>✓ "여권을 보여주시겠어요?"</a:t>
            </a:r>
            <a:br>
              <a:rPr sz="1100"/>
            </a:br>
            <a:r>
              <a:rPr sz="1100"/>
              <a:t>✓ "면세 한도는 $800입니다"</a:t>
            </a:r>
            <a:br>
              <a:rPr sz="1100"/>
            </a:br>
            <a:r>
              <a:rPr sz="1100"/>
              <a:t>✓ "택스 리펀드 받으실 수 있습니다"</a:t>
            </a:r>
            <a:br>
              <a:rPr sz="1100"/>
            </a:br>
            <a:r>
              <a:rPr sz="1100"/>
              <a:t>✓ "포장해 드릴까요?"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0484" y="2734661"/>
            <a:ext cx="3084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580C"/>
                </a:solidFill>
                <a:latin typeface="Malgun Gothic"/>
              </a:defRPr>
            </a:pPr>
            <a:r>
              <a:t>🏥 병원 간호사 - 환자 응대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0484" y="3054701"/>
            <a:ext cx="3084844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100"/>
              <a:t>✓ "알레르기가 있으신가요?"</a:t>
            </a:r>
            <a:br>
              <a:rPr sz="1100"/>
            </a:br>
            <a:r>
              <a:rPr sz="1100"/>
              <a:t>✓ "혈압을 측정하겠습니다"</a:t>
            </a:r>
            <a:br>
              <a:rPr sz="1100"/>
            </a:br>
            <a:r>
              <a:rPr sz="1100"/>
              <a:t>✓ "주사 맞으실 때 따끔할 수 있어요"</a:t>
            </a:r>
            <a:br>
              <a:rPr sz="1100"/>
            </a:br>
            <a:r>
              <a:rPr sz="1100"/>
              <a:t>✓ "처방전은 1층 약국에서 받으세요"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0101" y="4323806"/>
            <a:ext cx="1912201" cy="5054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지원 직업군</a:t>
            </a:r>
            <a:br/>
            <a:r>
              <a:t>7개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5899" y="4323806"/>
            <a:ext cx="1912201" cy="5054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학습 표현</a:t>
            </a:r>
            <a:br/>
            <a:r>
              <a:t>500+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1698" y="4323806"/>
            <a:ext cx="1912201" cy="5054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지원 언어</a:t>
            </a:r>
            <a:br/>
            <a:r>
              <a:t>5개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27432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rPr dirty="0"/>
              <a:t>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Malgun Gothic"/>
              </a:defRPr>
            </a:pPr>
            <a:r>
              <a:t>라이브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algun Gothic"/>
              </a:defRPr>
            </a:pPr>
            <a:r>
              <a:t>실제 서비스 체험하기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Malgun Gothic"/>
              </a:defRPr>
            </a:pPr>
            <a:r>
              <a:t>📱 StudySnap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algun Gothic"/>
              </a:defRPr>
            </a:pPr>
            <a:r>
              <a:t>PDF 변환 + 외국어 학습기 통합 데모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0972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🖥️ 데모 체험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2974312" cy="127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050" dirty="0"/>
              <a:t>✓ </a:t>
            </a:r>
            <a:r>
              <a:rPr sz="1050" dirty="0" err="1"/>
              <a:t>교회</a:t>
            </a:r>
            <a:r>
              <a:rPr sz="1050" dirty="0"/>
              <a:t> </a:t>
            </a:r>
            <a:r>
              <a:rPr sz="1050" dirty="0" err="1"/>
              <a:t>주보</a:t>
            </a:r>
            <a:r>
              <a:rPr sz="1050" dirty="0"/>
              <a:t> PDF </a:t>
            </a:r>
            <a:r>
              <a:rPr sz="1050" dirty="0" err="1"/>
              <a:t>변환</a:t>
            </a:r>
            <a:r>
              <a:rPr sz="1050" dirty="0"/>
              <a:t> </a:t>
            </a:r>
            <a:r>
              <a:rPr sz="1050" dirty="0" err="1"/>
              <a:t>체험</a:t>
            </a:r>
            <a:br>
              <a:rPr sz="1050" dirty="0"/>
            </a:br>
            <a:r>
              <a:rPr sz="1050" dirty="0"/>
              <a:t>✓ 8개국어 </a:t>
            </a:r>
            <a:r>
              <a:rPr sz="1050" dirty="0" err="1"/>
              <a:t>언어</a:t>
            </a:r>
            <a:r>
              <a:rPr sz="1050" dirty="0"/>
              <a:t> </a:t>
            </a:r>
            <a:r>
              <a:rPr sz="1050" dirty="0" err="1"/>
              <a:t>전환</a:t>
            </a:r>
            <a:r>
              <a:rPr sz="1050" dirty="0"/>
              <a:t> </a:t>
            </a:r>
            <a:r>
              <a:rPr sz="1050" dirty="0" err="1"/>
              <a:t>테스트</a:t>
            </a:r>
            <a:br>
              <a:rPr sz="1050" dirty="0"/>
            </a:br>
            <a:r>
              <a:rPr sz="1050" dirty="0"/>
              <a:t>✓ </a:t>
            </a:r>
            <a:r>
              <a:rPr sz="1050" dirty="0" err="1"/>
              <a:t>성경</a:t>
            </a:r>
            <a:r>
              <a:rPr sz="1050" dirty="0"/>
              <a:t>/</a:t>
            </a:r>
            <a:r>
              <a:rPr sz="1050" dirty="0" err="1"/>
              <a:t>찬송</a:t>
            </a:r>
            <a:r>
              <a:rPr sz="1050" dirty="0"/>
              <a:t> </a:t>
            </a:r>
            <a:r>
              <a:rPr sz="1050" dirty="0" err="1"/>
              <a:t>팝업</a:t>
            </a:r>
            <a:r>
              <a:rPr sz="1050" dirty="0"/>
              <a:t> </a:t>
            </a:r>
            <a:r>
              <a:rPr sz="1050" dirty="0" err="1"/>
              <a:t>기능</a:t>
            </a:r>
            <a:br>
              <a:rPr sz="1050" dirty="0"/>
            </a:br>
            <a:r>
              <a:rPr sz="1050" dirty="0"/>
              <a:t>✓ </a:t>
            </a:r>
            <a:r>
              <a:rPr sz="1050" dirty="0" err="1"/>
              <a:t>다크모드</a:t>
            </a:r>
            <a:r>
              <a:rPr sz="1050" dirty="0"/>
              <a:t> &amp; </a:t>
            </a:r>
            <a:r>
              <a:rPr sz="1050" dirty="0" err="1"/>
              <a:t>반응형</a:t>
            </a:r>
            <a:r>
              <a:rPr sz="1050" dirty="0"/>
              <a:t> </a:t>
            </a:r>
            <a:r>
              <a:rPr sz="1050" dirty="0" err="1"/>
              <a:t>확인</a:t>
            </a:r>
            <a:br>
              <a:rPr sz="1050" dirty="0"/>
            </a:br>
            <a:r>
              <a:rPr sz="1050" dirty="0"/>
              <a:t>✓ </a:t>
            </a:r>
            <a:r>
              <a:rPr sz="1050" dirty="0" err="1"/>
              <a:t>직업군별</a:t>
            </a:r>
            <a:r>
              <a:rPr sz="1050" dirty="0"/>
              <a:t> </a:t>
            </a:r>
            <a:r>
              <a:rPr sz="1050" dirty="0" err="1"/>
              <a:t>외국어</a:t>
            </a:r>
            <a:r>
              <a:rPr sz="1050" dirty="0"/>
              <a:t> </a:t>
            </a:r>
            <a:r>
              <a:rPr sz="1050" dirty="0" err="1"/>
              <a:t>학습</a:t>
            </a:r>
            <a:endParaRPr sz="1050" dirty="0"/>
          </a:p>
        </p:txBody>
      </p:sp>
      <p:sp>
        <p:nvSpPr>
          <p:cNvPr id="10" name="TextBox 9"/>
          <p:cNvSpPr txBox="1"/>
          <p:nvPr/>
        </p:nvSpPr>
        <p:spPr>
          <a:xfrm>
            <a:off x="27432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Malgun Gothic"/>
              </a:defRPr>
            </a:pPr>
            <a:r>
              <a:t>📋 지원 변환기 목록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143" y="3200400"/>
            <a:ext cx="1495698" cy="2514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변환기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1983" y="3200400"/>
            <a:ext cx="1495698" cy="2514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입력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0823" y="3200400"/>
            <a:ext cx="1495698" cy="2514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출력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99663" y="3200400"/>
            <a:ext cx="1495698" cy="2514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특징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143" y="3566160"/>
            <a:ext cx="1495698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교회 주보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1983" y="3566160"/>
            <a:ext cx="1495698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PDF (6페이지)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0823" y="3566160"/>
            <a:ext cx="1495698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반응형 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99663" y="3566160"/>
            <a:ext cx="1495698" cy="2514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8개국어, 성경 연동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143" y="3931920"/>
            <a:ext cx="1495698" cy="2514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선거 공보물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01983" y="3931920"/>
            <a:ext cx="1495698" cy="2514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PDF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0823" y="3931920"/>
            <a:ext cx="1495698" cy="2514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후보자 카드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99663" y="3931920"/>
            <a:ext cx="1495698" cy="2514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공약 구조화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143" y="4297680"/>
            <a:ext cx="1495698" cy="2514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강의자료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01983" y="4297680"/>
            <a:ext cx="1495698" cy="2514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PDF/PPT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0823" y="4297680"/>
            <a:ext cx="1495698" cy="2514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학습 모듈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99663" y="4297680"/>
            <a:ext cx="1495698" cy="2514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챕터 네비게이션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143" y="4663440"/>
            <a:ext cx="1495698" cy="2514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 b="1">
                <a:solidFill>
                  <a:schemeClr val="bg1"/>
                </a:solidFill>
              </a:rPr>
              <a:t>외국어 학습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01983" y="4663440"/>
            <a:ext cx="1495698" cy="2514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 b="1">
                <a:solidFill>
                  <a:schemeClr val="bg1"/>
                </a:solidFill>
              </a:rPr>
              <a:t>커리큘럼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50823" y="4663440"/>
            <a:ext cx="1495698" cy="2514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 b="1">
                <a:solidFill>
                  <a:schemeClr val="bg1"/>
                </a:solidFill>
              </a:rPr>
              <a:t>인터랙티브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99663" y="4663440"/>
            <a:ext cx="1495698" cy="2514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 b="1">
                <a:solidFill>
                  <a:schemeClr val="bg1"/>
                </a:solidFill>
              </a:rPr>
              <a:t>7개 직군, 음성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82880"/>
            <a:ext cx="640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t>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통합 유통관리 시스템 (K-MART)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algun Gothic"/>
              </a:defRPr>
            </a:pPr>
            <a:r>
              <a:t>도매점-소매점-소비자 연계 B2B2C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81" y="1411658"/>
            <a:ext cx="332600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🎯 솔루션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81" y="1731698"/>
            <a:ext cx="3326004" cy="11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200" dirty="0"/>
              <a:t>✓ </a:t>
            </a:r>
            <a:r>
              <a:rPr sz="1200" dirty="0" err="1"/>
              <a:t>온라인</a:t>
            </a:r>
            <a:r>
              <a:rPr sz="1200" dirty="0"/>
              <a:t> + </a:t>
            </a:r>
            <a:r>
              <a:rPr sz="1200" dirty="0" err="1"/>
              <a:t>오프라인</a:t>
            </a:r>
            <a:r>
              <a:rPr sz="1200" dirty="0"/>
              <a:t> </a:t>
            </a:r>
            <a:r>
              <a:rPr sz="1200" dirty="0" err="1"/>
              <a:t>통합</a:t>
            </a:r>
            <a:r>
              <a:rPr sz="1200" dirty="0"/>
              <a:t> </a:t>
            </a:r>
            <a:r>
              <a:rPr sz="1200" dirty="0" err="1"/>
              <a:t>유통환경</a:t>
            </a:r>
            <a:br>
              <a:rPr sz="1200" dirty="0"/>
            </a:br>
            <a:r>
              <a:rPr sz="1200" dirty="0"/>
              <a:t>✓ </a:t>
            </a:r>
            <a:r>
              <a:rPr sz="1200" dirty="0" err="1"/>
              <a:t>도매점</a:t>
            </a:r>
            <a:r>
              <a:rPr sz="1200" dirty="0"/>
              <a:t> → </a:t>
            </a:r>
            <a:r>
              <a:rPr sz="1200" dirty="0" err="1"/>
              <a:t>소매점</a:t>
            </a:r>
            <a:r>
              <a:rPr sz="1200" dirty="0"/>
              <a:t> → </a:t>
            </a:r>
            <a:r>
              <a:rPr sz="1200" dirty="0" err="1"/>
              <a:t>소비자</a:t>
            </a:r>
            <a:r>
              <a:rPr sz="1200" dirty="0"/>
              <a:t> 3단계 </a:t>
            </a:r>
            <a:r>
              <a:rPr sz="1200" dirty="0" err="1"/>
              <a:t>연계</a:t>
            </a:r>
            <a:br>
              <a:rPr sz="1200" dirty="0"/>
            </a:br>
            <a:r>
              <a:rPr sz="1200" dirty="0"/>
              <a:t>✓ </a:t>
            </a:r>
            <a:r>
              <a:rPr sz="1200" dirty="0" err="1"/>
              <a:t>카카오톡</a:t>
            </a:r>
            <a:r>
              <a:rPr sz="1200" dirty="0"/>
              <a:t> </a:t>
            </a:r>
            <a:r>
              <a:rPr sz="1200" dirty="0" err="1"/>
              <a:t>기반</a:t>
            </a:r>
            <a:r>
              <a:rPr sz="1200" dirty="0"/>
              <a:t> </a:t>
            </a:r>
            <a:r>
              <a:rPr sz="1200" dirty="0" err="1"/>
              <a:t>모바일</a:t>
            </a:r>
            <a:r>
              <a:rPr sz="1200" dirty="0"/>
              <a:t> </a:t>
            </a:r>
            <a:r>
              <a:rPr sz="1200" dirty="0" err="1"/>
              <a:t>주문</a:t>
            </a:r>
            <a:r>
              <a:rPr sz="1200" dirty="0"/>
              <a:t> </a:t>
            </a:r>
            <a:r>
              <a:rPr sz="1200" dirty="0" err="1"/>
              <a:t>시스템</a:t>
            </a:r>
            <a:br>
              <a:rPr sz="1200" dirty="0"/>
            </a:br>
            <a:r>
              <a:rPr sz="1200" dirty="0"/>
              <a:t>✓ </a:t>
            </a:r>
            <a:r>
              <a:rPr sz="1200" dirty="0" err="1"/>
              <a:t>실시간</a:t>
            </a:r>
            <a:r>
              <a:rPr sz="1200" dirty="0"/>
              <a:t> </a:t>
            </a:r>
            <a:r>
              <a:rPr sz="1200" dirty="0" err="1"/>
              <a:t>재고</a:t>
            </a:r>
            <a:r>
              <a:rPr sz="1200" dirty="0"/>
              <a:t>/</a:t>
            </a:r>
            <a:r>
              <a:rPr sz="1200" dirty="0" err="1"/>
              <a:t>정산</a:t>
            </a:r>
            <a:r>
              <a:rPr sz="1200" dirty="0"/>
              <a:t> </a:t>
            </a:r>
            <a:r>
              <a:rPr sz="1200" dirty="0" err="1"/>
              <a:t>통합</a:t>
            </a:r>
            <a:r>
              <a:rPr sz="1200" dirty="0"/>
              <a:t> </a:t>
            </a:r>
            <a:r>
              <a:rPr sz="1200" dirty="0" err="1"/>
              <a:t>관리</a:t>
            </a:r>
            <a:endParaRPr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4865412" y="1384006"/>
            <a:ext cx="332600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rPr dirty="0"/>
              <a:t>👥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계층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865412" y="1704046"/>
            <a:ext cx="3326004" cy="888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200" dirty="0"/>
              <a:t>✓ </a:t>
            </a:r>
            <a:r>
              <a:rPr sz="1200" dirty="0" err="1"/>
              <a:t>도매점</a:t>
            </a:r>
            <a:r>
              <a:rPr sz="1200" dirty="0"/>
              <a:t> - </a:t>
            </a:r>
            <a:r>
              <a:rPr sz="1200" dirty="0" err="1"/>
              <a:t>상품</a:t>
            </a:r>
            <a:r>
              <a:rPr sz="1200" dirty="0"/>
              <a:t> </a:t>
            </a:r>
            <a:r>
              <a:rPr sz="1200" dirty="0" err="1"/>
              <a:t>등록</a:t>
            </a:r>
            <a:r>
              <a:rPr sz="1200" dirty="0"/>
              <a:t>, </a:t>
            </a:r>
            <a:r>
              <a:rPr sz="1200" dirty="0" err="1"/>
              <a:t>소매점</a:t>
            </a:r>
            <a:r>
              <a:rPr sz="1200" dirty="0"/>
              <a:t> </a:t>
            </a:r>
            <a:r>
              <a:rPr sz="1200" dirty="0" err="1"/>
              <a:t>관리</a:t>
            </a:r>
            <a:r>
              <a:rPr sz="1200" dirty="0"/>
              <a:t>, </a:t>
            </a:r>
            <a:r>
              <a:rPr sz="1200" dirty="0" err="1"/>
              <a:t>통합</a:t>
            </a:r>
            <a:r>
              <a:rPr sz="1200" dirty="0"/>
              <a:t> </a:t>
            </a:r>
            <a:r>
              <a:rPr sz="1200" dirty="0" err="1"/>
              <a:t>정산</a:t>
            </a:r>
            <a:br>
              <a:rPr sz="1200" dirty="0"/>
            </a:br>
            <a:r>
              <a:rPr sz="1200" dirty="0"/>
              <a:t>✓ </a:t>
            </a:r>
            <a:r>
              <a:rPr sz="1200" dirty="0" err="1"/>
              <a:t>소매점</a:t>
            </a:r>
            <a:r>
              <a:rPr sz="1200" dirty="0"/>
              <a:t> - </a:t>
            </a:r>
            <a:r>
              <a:rPr sz="1200" dirty="0" err="1"/>
              <a:t>독립</a:t>
            </a:r>
            <a:r>
              <a:rPr sz="1200" dirty="0"/>
              <a:t> </a:t>
            </a:r>
            <a:r>
              <a:rPr sz="1200" dirty="0" err="1"/>
              <a:t>재고</a:t>
            </a:r>
            <a:r>
              <a:rPr sz="1200" dirty="0"/>
              <a:t>/</a:t>
            </a:r>
            <a:r>
              <a:rPr sz="1200" dirty="0" err="1"/>
              <a:t>가격</a:t>
            </a:r>
            <a:r>
              <a:rPr sz="1200" dirty="0"/>
              <a:t>, </a:t>
            </a:r>
            <a:r>
              <a:rPr sz="1200" dirty="0" err="1"/>
              <a:t>자체</a:t>
            </a:r>
            <a:r>
              <a:rPr sz="1200" dirty="0"/>
              <a:t> </a:t>
            </a:r>
            <a:r>
              <a:rPr sz="1200" dirty="0" err="1"/>
              <a:t>마진</a:t>
            </a:r>
            <a:r>
              <a:rPr sz="1200" dirty="0"/>
              <a:t> </a:t>
            </a:r>
            <a:r>
              <a:rPr sz="1200" dirty="0" err="1"/>
              <a:t>설정</a:t>
            </a:r>
            <a:br>
              <a:rPr sz="1200" dirty="0"/>
            </a:br>
            <a:r>
              <a:rPr sz="1200" dirty="0"/>
              <a:t>✓ </a:t>
            </a:r>
            <a:r>
              <a:rPr sz="1200" dirty="0" err="1"/>
              <a:t>소비자</a:t>
            </a:r>
            <a:r>
              <a:rPr sz="1200" dirty="0"/>
              <a:t> - </a:t>
            </a:r>
            <a:r>
              <a:rPr sz="1200" dirty="0" err="1"/>
              <a:t>카카오톡</a:t>
            </a:r>
            <a:r>
              <a:rPr sz="1200" dirty="0"/>
              <a:t> </a:t>
            </a:r>
            <a:r>
              <a:rPr sz="1200" dirty="0" err="1"/>
              <a:t>간편</a:t>
            </a:r>
            <a:r>
              <a:rPr sz="1200" dirty="0"/>
              <a:t> </a:t>
            </a:r>
            <a:r>
              <a:rPr sz="1200" dirty="0" err="1"/>
              <a:t>주문</a:t>
            </a:r>
            <a:endParaRPr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1109337" y="3287922"/>
            <a:ext cx="683287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rPr dirty="0"/>
              <a:t>🔄 </a:t>
            </a:r>
            <a:r>
              <a:rPr dirty="0" err="1"/>
              <a:t>거래</a:t>
            </a:r>
            <a:r>
              <a:rPr dirty="0"/>
              <a:t> </a:t>
            </a:r>
            <a:r>
              <a:rPr dirty="0" err="1"/>
              <a:t>흐름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1564929" y="3893814"/>
            <a:ext cx="1048436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🏭</a:t>
            </a:r>
            <a:br>
              <a:rPr sz="1050"/>
            </a:br>
            <a:r>
              <a:rPr sz="1050"/>
              <a:t>도매점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3638" y="3893814"/>
            <a:ext cx="2795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rPr sz="1400"/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0065" y="3893814"/>
            <a:ext cx="1048436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🏪</a:t>
            </a:r>
            <a:br>
              <a:rPr sz="1050"/>
            </a:br>
            <a:r>
              <a:rPr sz="1050"/>
              <a:t>소매점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8581" y="3893814"/>
            <a:ext cx="2795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rPr sz="1400"/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7442" y="3893814"/>
            <a:ext cx="1048436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📲</a:t>
            </a:r>
            <a:br>
              <a:rPr sz="1050"/>
            </a:br>
            <a:r>
              <a:rPr sz="1050"/>
              <a:t>카카오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5958" y="3893814"/>
            <a:ext cx="2795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rPr sz="1400"/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79956" y="3893814"/>
            <a:ext cx="1048436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👤</a:t>
            </a:r>
            <a:br>
              <a:rPr sz="1050"/>
            </a:br>
            <a:r>
              <a:rPr sz="1050"/>
              <a:t>소비자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4186" y="3872597"/>
            <a:ext cx="2795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rPr sz="1400"/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88183" y="3893814"/>
            <a:ext cx="1048436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💰</a:t>
            </a:r>
            <a:br>
              <a:rPr sz="1050"/>
            </a:br>
            <a:r>
              <a:rPr sz="1050"/>
              <a:t>자동 정산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5337" y="328068"/>
            <a:ext cx="408968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rPr dirty="0"/>
              <a:t>⚙️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Malgun Gothic"/>
              </a:defRPr>
            </a:pPr>
            <a:r>
              <a:t>K-MART 핵심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algun Gothic"/>
              </a:defRPr>
            </a:pPr>
            <a:r>
              <a:t>Django 6.0 기반 통합 관리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6286" y="1135202"/>
            <a:ext cx="247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algun Gothic"/>
              </a:defRPr>
            </a:pPr>
            <a:r>
              <a:t>📦 상품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6286" y="1455242"/>
            <a:ext cx="2471895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 dirty="0"/>
              <a:t>✓ </a:t>
            </a:r>
            <a:r>
              <a:rPr sz="1100" dirty="0" err="1"/>
              <a:t>무제한</a:t>
            </a:r>
            <a:r>
              <a:rPr sz="1100" dirty="0"/>
              <a:t> </a:t>
            </a:r>
            <a:r>
              <a:rPr sz="1100" dirty="0" err="1"/>
              <a:t>계층</a:t>
            </a:r>
            <a:r>
              <a:rPr sz="1100" dirty="0"/>
              <a:t> </a:t>
            </a:r>
            <a:r>
              <a:rPr sz="1100" dirty="0" err="1"/>
              <a:t>카테고리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도매가</a:t>
            </a:r>
            <a:r>
              <a:rPr sz="1100" dirty="0"/>
              <a:t>/</a:t>
            </a:r>
            <a:r>
              <a:rPr sz="1100" dirty="0" err="1"/>
              <a:t>소매가</a:t>
            </a:r>
            <a:r>
              <a:rPr sz="1100" dirty="0"/>
              <a:t> </a:t>
            </a:r>
            <a:r>
              <a:rPr sz="1100" dirty="0" err="1"/>
              <a:t>이중</a:t>
            </a:r>
            <a:r>
              <a:rPr sz="1100" dirty="0"/>
              <a:t> </a:t>
            </a:r>
            <a:r>
              <a:rPr sz="1100" dirty="0" err="1"/>
              <a:t>가격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소매점</a:t>
            </a:r>
            <a:r>
              <a:rPr sz="1100" dirty="0"/>
              <a:t> </a:t>
            </a:r>
            <a:r>
              <a:rPr sz="1100" dirty="0" err="1"/>
              <a:t>독립</a:t>
            </a:r>
            <a:r>
              <a:rPr sz="1100" dirty="0"/>
              <a:t> </a:t>
            </a:r>
            <a:r>
              <a:rPr sz="1100" dirty="0" err="1"/>
              <a:t>재고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엑셀</a:t>
            </a:r>
            <a:r>
              <a:rPr sz="1100" dirty="0"/>
              <a:t> </a:t>
            </a:r>
            <a:r>
              <a:rPr sz="1100" dirty="0" err="1"/>
              <a:t>대량</a:t>
            </a:r>
            <a:r>
              <a:rPr sz="1100" dirty="0"/>
              <a:t> </a:t>
            </a:r>
            <a:r>
              <a:rPr sz="1100" dirty="0" err="1"/>
              <a:t>업로드</a:t>
            </a:r>
            <a:endParaRPr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5603966" y="1135202"/>
            <a:ext cx="247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algun Gothic"/>
              </a:defRPr>
            </a:pPr>
            <a:r>
              <a:t>🛒 주문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3966" y="1455242"/>
            <a:ext cx="2471895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 dirty="0"/>
              <a:t>✓ </a:t>
            </a:r>
            <a:r>
              <a:rPr sz="1100" dirty="0" err="1"/>
              <a:t>주문</a:t>
            </a:r>
            <a:r>
              <a:rPr sz="1100" dirty="0"/>
              <a:t> </a:t>
            </a:r>
            <a:r>
              <a:rPr sz="1100" dirty="0" err="1"/>
              <a:t>상태</a:t>
            </a:r>
            <a:r>
              <a:rPr sz="1100" dirty="0"/>
              <a:t> 5단계 </a:t>
            </a:r>
            <a:r>
              <a:rPr sz="1100" dirty="0" err="1"/>
              <a:t>관리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카카오톡</a:t>
            </a:r>
            <a:r>
              <a:rPr sz="1100" dirty="0"/>
              <a:t> </a:t>
            </a:r>
            <a:r>
              <a:rPr sz="1100" dirty="0" err="1"/>
              <a:t>자동</a:t>
            </a:r>
            <a:r>
              <a:rPr sz="1100" dirty="0"/>
              <a:t> </a:t>
            </a:r>
            <a:r>
              <a:rPr sz="1100" dirty="0" err="1"/>
              <a:t>알림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비회원</a:t>
            </a:r>
            <a:r>
              <a:rPr sz="1100" dirty="0"/>
              <a:t> </a:t>
            </a:r>
            <a:r>
              <a:rPr sz="1100" dirty="0" err="1"/>
              <a:t>간편</a:t>
            </a:r>
            <a:r>
              <a:rPr sz="1100" dirty="0"/>
              <a:t> </a:t>
            </a:r>
            <a:r>
              <a:rPr sz="1100" dirty="0" err="1"/>
              <a:t>주문</a:t>
            </a:r>
            <a:br>
              <a:rPr sz="1100" dirty="0"/>
            </a:br>
            <a:r>
              <a:rPr sz="1100" dirty="0"/>
              <a:t>✓ </a:t>
            </a:r>
            <a:r>
              <a:rPr sz="1100" dirty="0" err="1"/>
              <a:t>출고</a:t>
            </a:r>
            <a:r>
              <a:rPr sz="1100" dirty="0"/>
              <a:t> 시 </a:t>
            </a:r>
            <a:r>
              <a:rPr sz="1100" dirty="0" err="1"/>
              <a:t>재고</a:t>
            </a:r>
            <a:r>
              <a:rPr sz="1100" dirty="0"/>
              <a:t> </a:t>
            </a:r>
            <a:r>
              <a:rPr sz="1100" dirty="0" err="1"/>
              <a:t>자동</a:t>
            </a:r>
            <a:r>
              <a:rPr sz="1100" dirty="0"/>
              <a:t> </a:t>
            </a:r>
            <a:r>
              <a:rPr sz="1100" dirty="0" err="1"/>
              <a:t>차감</a:t>
            </a:r>
            <a:endParaRPr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1306286" y="2689682"/>
            <a:ext cx="247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algun Gothic"/>
              </a:defRPr>
            </a:pPr>
            <a:r>
              <a:t>💰 정산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6286" y="3009722"/>
            <a:ext cx="2471895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/>
              <a:t>✓ 일정산 / 익일정산 선택</a:t>
            </a:r>
            <a:br>
              <a:rPr sz="1100"/>
            </a:br>
            <a:r>
              <a:rPr sz="1100"/>
              <a:t>✓ 기간별 매출/매입 자동 집계</a:t>
            </a:r>
            <a:br>
              <a:rPr sz="1100"/>
            </a:br>
            <a:r>
              <a:rPr sz="1100"/>
              <a:t>✓ 거래처별 미수금 현황</a:t>
            </a:r>
            <a:br>
              <a:rPr sz="1100"/>
            </a:br>
            <a:r>
              <a:rPr sz="1100"/>
              <a:t>✓ 정산 이력 로그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3966" y="2689682"/>
            <a:ext cx="2471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algun Gothic"/>
              </a:defRPr>
            </a:pPr>
            <a:r>
              <a:t>📊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3966" y="3009722"/>
            <a:ext cx="2471895" cy="107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rPr sz="1100"/>
              <a:t>✓ 오늘/이번달 매출 통계</a:t>
            </a:r>
            <a:br>
              <a:rPr sz="1100"/>
            </a:br>
            <a:r>
              <a:rPr sz="1100"/>
              <a:t>✓ 소매점별 판매 현황</a:t>
            </a:r>
            <a:br>
              <a:rPr sz="1100"/>
            </a:br>
            <a:r>
              <a:rPr sz="1100"/>
              <a:t>✓ 재고 부족 알림</a:t>
            </a:r>
            <a:br>
              <a:rPr sz="1100"/>
            </a:br>
            <a:r>
              <a:rPr sz="1100"/>
              <a:t>✓ 종합 리포트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06286" y="4240404"/>
            <a:ext cx="1711234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거래 유형</a:t>
            </a:r>
            <a:br/>
            <a:r>
              <a:t>3종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16383" y="4198201"/>
            <a:ext cx="1711234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주문 상태</a:t>
            </a:r>
            <a:br/>
            <a:r>
              <a:t>5단계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206240"/>
            <a:ext cx="1711234" cy="5486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정산 방식</a:t>
            </a:r>
            <a:br/>
            <a:r>
              <a:t>2종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8949" y="253218"/>
            <a:ext cx="469258" cy="5004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rPr dirty="0"/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Malgun Gothic"/>
              </a:defRPr>
            </a:pPr>
            <a:r>
              <a:t>솔루션 비교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algun Gothic"/>
              </a:defRPr>
            </a:pPr>
            <a:r>
              <a:t>기술 스택 및 특징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708" y="1189474"/>
            <a:ext cx="1357532" cy="22444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구분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04756" y="1189474"/>
            <a:ext cx="1810043" cy="22444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PDF 모바일 변환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9316" y="1189474"/>
            <a:ext cx="1810043" cy="22444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외국어 학습기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93876" y="1189474"/>
            <a:ext cx="1810043" cy="22444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rPr sz="1100"/>
              <a:t>유통관리 시스템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708" y="1600954"/>
            <a:ext cx="1357532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sz="1050"/>
              <a:t>핵심 기능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4756" y="1600954"/>
            <a:ext cx="1810043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PDF → HTML 변환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9316" y="1600954"/>
            <a:ext cx="1810043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직군별 다국어 학습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3876" y="1600954"/>
            <a:ext cx="1810043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B2B2C 통합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708" y="2103874"/>
            <a:ext cx="1357532" cy="2743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sz="1050"/>
              <a:t>기술 스택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04756" y="2103874"/>
            <a:ext cx="1810043" cy="2743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Flask, Claude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9316" y="2103874"/>
            <a:ext cx="1810043" cy="2743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React, TTS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93876" y="2103874"/>
            <a:ext cx="1810043" cy="2743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Django 6.0, Kakao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708" y="2606794"/>
            <a:ext cx="1357532" cy="27432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sz="1050"/>
              <a:t>주요 고객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04756" y="2606794"/>
            <a:ext cx="1810043" cy="27432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교회, 정당, 교육기관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9316" y="2606794"/>
            <a:ext cx="1810043" cy="27432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병원, 호텔, 면세점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3876" y="2606794"/>
            <a:ext cx="1810043" cy="27432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도매/소매 유통업체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708" y="3109714"/>
            <a:ext cx="1357532" cy="27432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sz="1050"/>
              <a:t>특징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04756" y="3109714"/>
            <a:ext cx="1810043" cy="27432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8개국어, 성경 연동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99316" y="3109714"/>
            <a:ext cx="1810043" cy="27432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7개 직군, 음성 지원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93876" y="3109714"/>
            <a:ext cx="1810043" cy="27432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3단계 계층, 자동 정산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708" y="3612634"/>
            <a:ext cx="1357532" cy="27432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sz="1050" b="1">
                <a:solidFill>
                  <a:schemeClr val="bg1"/>
                </a:solidFill>
              </a:rPr>
              <a:t>배포 방식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04756" y="3612634"/>
            <a:ext cx="1810043" cy="27432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 b="1">
                <a:solidFill>
                  <a:schemeClr val="bg1"/>
                </a:solidFill>
              </a:rPr>
              <a:t>SaaS / On-premise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9316" y="3612634"/>
            <a:ext cx="1810043" cy="27432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 b="1">
                <a:solidFill>
                  <a:schemeClr val="bg1"/>
                </a:solidFill>
              </a:rPr>
              <a:t>SaaS / 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93876" y="3612634"/>
            <a:ext cx="1810043" cy="27432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 b="1">
                <a:solidFill>
                  <a:schemeClr val="bg1"/>
                </a:solidFill>
              </a:rPr>
              <a:t>SaaS / 맞춤 개발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708" y="4115554"/>
            <a:ext cx="1357532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sz="1050"/>
              <a:t>현황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04756" y="4115554"/>
            <a:ext cx="1810043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✅ 운영 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99316" y="4115554"/>
            <a:ext cx="1810043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✅ 운영 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93876" y="4115554"/>
            <a:ext cx="1810043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rPr sz="1050"/>
              <a:t>✅ 운영 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프로젝트 문의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8171" y="1554480"/>
            <a:ext cx="1730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algun Gothic"/>
              </a:defRPr>
            </a:pPr>
            <a:r>
              <a:rPr sz="2400" dirty="0"/>
              <a:t>📧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algun Gothic"/>
              </a:defRPr>
            </a:pPr>
            <a:r>
              <a:rPr dirty="0" err="1"/>
              <a:t>이메일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jmyangkr@gmail.com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5571" y="1554480"/>
            <a:ext cx="1730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algun Gothic"/>
              </a:defRPr>
            </a:pPr>
            <a:r>
              <a:rPr sz="2400" dirty="0"/>
              <a:t>📞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4290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algun Gothic"/>
              </a:defRPr>
            </a:pPr>
            <a:r>
              <a:rPr dirty="0" err="1"/>
              <a:t>연락처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4290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010-8665-8150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2971" y="1554480"/>
            <a:ext cx="17308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algun Gothic"/>
              </a:defRPr>
            </a:pPr>
            <a:r>
              <a:rPr sz="2400" dirty="0"/>
              <a:t>🔗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algun Gothic"/>
              </a:defRPr>
            </a:pPr>
            <a:r>
              <a:rPr dirty="0" err="1"/>
              <a:t>데모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studysnap-mobile.netlify.app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algun Gothic"/>
              </a:defRPr>
            </a:pPr>
            <a:r>
              <a:t>맞춤형 솔루션 개발 및 기술 컨설팅 상담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78BFA"/>
                </a:solidFill>
                <a:latin typeface="Malgun Gothic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1314</Words>
  <Application>Microsoft Office PowerPoint</Application>
  <PresentationFormat>화면 슬라이드 쇼(16:9)</PresentationFormat>
  <Paragraphs>196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abu8w</cp:lastModifiedBy>
  <cp:revision>3</cp:revision>
  <dcterms:created xsi:type="dcterms:W3CDTF">2013-01-27T09:14:16Z</dcterms:created>
  <dcterms:modified xsi:type="dcterms:W3CDTF">2025-12-19T04:38:38Z</dcterms:modified>
  <cp:category/>
</cp:coreProperties>
</file>